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>
        <p:scale>
          <a:sx n="100" d="100"/>
          <a:sy n="100" d="100"/>
        </p:scale>
        <p:origin x="-283" y="-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B31-B25B-4FC2-A7E6-1204F33B045B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0EFF-B5A6-4278-B932-8F2C07E926E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95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B31-B25B-4FC2-A7E6-1204F33B045B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0EFF-B5A6-4278-B932-8F2C07E92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009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B31-B25B-4FC2-A7E6-1204F33B045B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0EFF-B5A6-4278-B932-8F2C07E926E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B31-B25B-4FC2-A7E6-1204F33B045B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0EFF-B5A6-4278-B932-8F2C07E92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526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B31-B25B-4FC2-A7E6-1204F33B045B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0EFF-B5A6-4278-B932-8F2C07E92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642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B31-B25B-4FC2-A7E6-1204F33B045B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0EFF-B5A6-4278-B932-8F2C07E92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09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B31-B25B-4FC2-A7E6-1204F33B045B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0EFF-B5A6-4278-B932-8F2C07E92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691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D96DB31-B25B-4FC2-A7E6-1204F33B045B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F40EFF-B5A6-4278-B932-8F2C07E92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28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B31-B25B-4FC2-A7E6-1204F33B045B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0EFF-B5A6-4278-B932-8F2C07E92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B31-B25B-4FC2-A7E6-1204F33B045B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0EFF-B5A6-4278-B932-8F2C07E92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978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B31-B25B-4FC2-A7E6-1204F33B045B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0EFF-B5A6-4278-B932-8F2C07E92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486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D96DB31-B25B-4FC2-A7E6-1204F33B045B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4F40EFF-B5A6-4278-B932-8F2C07E926E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27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1F585-D72C-5808-8671-B1667DC546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2D </a:t>
            </a:r>
            <a:r>
              <a:rPr lang="ko-KR" altLang="en-US" dirty="0"/>
              <a:t>게임 프로그래밍</a:t>
            </a:r>
            <a:br>
              <a:rPr lang="en-US" altLang="ko-KR" dirty="0"/>
            </a:br>
            <a:r>
              <a:rPr lang="ko-KR" altLang="en-US" sz="4000" dirty="0"/>
              <a:t>프로젝트 </a:t>
            </a:r>
            <a:r>
              <a:rPr lang="en-US" altLang="ko-KR" sz="4000" dirty="0"/>
              <a:t>1</a:t>
            </a:r>
            <a:r>
              <a:rPr lang="ko-KR" altLang="en-US" sz="4000" dirty="0"/>
              <a:t>차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BAB587-70F2-D23B-7F6D-225F3C1187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2022182032 </a:t>
            </a:r>
            <a:r>
              <a:rPr lang="ko-KR" altLang="en-US" dirty="0" err="1"/>
              <a:t>이현재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1878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270D37-DA00-0423-6DA2-6BB11846B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컨셉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412440-4E8D-2FD3-DAFF-74B2E6B04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 장르 </a:t>
            </a:r>
            <a:r>
              <a:rPr lang="en-US" altLang="ko-KR" dirty="0"/>
              <a:t>: </a:t>
            </a:r>
            <a:r>
              <a:rPr lang="ko-KR" altLang="en-US" dirty="0"/>
              <a:t>대전 격투 게임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dirty="0"/>
              <a:t>핵심 컨셉 </a:t>
            </a:r>
            <a:r>
              <a:rPr lang="en-US" altLang="ko-KR" dirty="0"/>
              <a:t>: </a:t>
            </a:r>
            <a:r>
              <a:rPr lang="ko-KR" altLang="en-US" dirty="0"/>
              <a:t>로프액션만을 이용한 전투</a:t>
            </a:r>
            <a:r>
              <a:rPr lang="en-US" altLang="ko-KR" dirty="0"/>
              <a:t>, ai </a:t>
            </a:r>
            <a:r>
              <a:rPr lang="ko-KR" altLang="en-US" dirty="0"/>
              <a:t>혹은 </a:t>
            </a:r>
            <a:r>
              <a:rPr lang="en-US" altLang="ko-KR" dirty="0"/>
              <a:t>2</a:t>
            </a:r>
            <a:r>
              <a:rPr lang="ko-KR" altLang="en-US" dirty="0"/>
              <a:t>인 대전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재미요소</a:t>
            </a:r>
            <a:endParaRPr lang="en-US" altLang="ko-KR" dirty="0"/>
          </a:p>
          <a:p>
            <a:r>
              <a:rPr lang="ko-KR" altLang="en-US" dirty="0"/>
              <a:t> 복잡한 커맨드 대신 단순한 조작을 통한 전투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 err="1"/>
              <a:t>맵과</a:t>
            </a:r>
            <a:r>
              <a:rPr lang="ko-KR" altLang="en-US" dirty="0"/>
              <a:t> 상호작용을 이용한 로프액션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0354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AC6D3-1807-CF92-E904-A463A357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진행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E5A94C-6FA1-ED74-1D93-C164CCF8B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캐릭터 선택화면</a:t>
            </a:r>
            <a:endParaRPr lang="en-US" altLang="ko-KR" dirty="0"/>
          </a:p>
          <a:p>
            <a:pPr lvl="1"/>
            <a:r>
              <a:rPr lang="ko-KR" altLang="en-US" dirty="0"/>
              <a:t>각자 자신이 플레이할 캐릭터의 선택</a:t>
            </a:r>
            <a:endParaRPr lang="en-US" altLang="ko-KR" dirty="0"/>
          </a:p>
          <a:p>
            <a:pPr lvl="1"/>
            <a:r>
              <a:rPr lang="ko-KR" altLang="en-US" dirty="0"/>
              <a:t>선택이 끝났다면 게임이 시작된다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2F0D4D-5DD8-3AF7-0B4C-6A533D2EA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966" y="1845734"/>
            <a:ext cx="5832754" cy="438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439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46C41-4E87-7F24-BB9B-5088BB68D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진행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182021-47CE-C2ED-2E09-242E1BA83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전투화면</a:t>
            </a:r>
            <a:endParaRPr lang="en-US" altLang="ko-K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dirty="0"/>
              <a:t>상대방과의 대전</a:t>
            </a:r>
            <a:endParaRPr lang="en-US" altLang="ko-K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dirty="0"/>
              <a:t>먼저 상대방의 체력을 전부 깎아 이기는 것이 목적이다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6AB992-048F-0B68-4521-8BC06909D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208" y="2977596"/>
            <a:ext cx="5635752" cy="314009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B0327E7-582F-CAD2-D410-CAD3769A96DA}"/>
              </a:ext>
            </a:extLst>
          </p:cNvPr>
          <p:cNvSpPr/>
          <p:nvPr/>
        </p:nvSpPr>
        <p:spPr>
          <a:xfrm>
            <a:off x="5669280" y="3108960"/>
            <a:ext cx="1962912" cy="158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8A9FBE-A323-FF07-C702-FBCFE220746F}"/>
              </a:ext>
            </a:extLst>
          </p:cNvPr>
          <p:cNvSpPr/>
          <p:nvPr/>
        </p:nvSpPr>
        <p:spPr>
          <a:xfrm>
            <a:off x="8979408" y="3102864"/>
            <a:ext cx="1962912" cy="158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86BFB84-5C89-7FD8-D70D-C86D3EA7D905}"/>
              </a:ext>
            </a:extLst>
          </p:cNvPr>
          <p:cNvSpPr/>
          <p:nvPr/>
        </p:nvSpPr>
        <p:spPr>
          <a:xfrm>
            <a:off x="5669280" y="3429000"/>
            <a:ext cx="170688" cy="158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7D0CABE-B049-3AA5-2813-B95284D9C320}"/>
              </a:ext>
            </a:extLst>
          </p:cNvPr>
          <p:cNvSpPr/>
          <p:nvPr/>
        </p:nvSpPr>
        <p:spPr>
          <a:xfrm>
            <a:off x="5897880" y="3422904"/>
            <a:ext cx="170688" cy="158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A6B770C-B16B-F69E-5913-A905415139FD}"/>
              </a:ext>
            </a:extLst>
          </p:cNvPr>
          <p:cNvSpPr/>
          <p:nvPr/>
        </p:nvSpPr>
        <p:spPr>
          <a:xfrm>
            <a:off x="6144768" y="3422904"/>
            <a:ext cx="170688" cy="158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E376F4D-CF67-DB9E-AE89-5DFE0F5138D6}"/>
              </a:ext>
            </a:extLst>
          </p:cNvPr>
          <p:cNvSpPr/>
          <p:nvPr/>
        </p:nvSpPr>
        <p:spPr>
          <a:xfrm>
            <a:off x="10354056" y="3429000"/>
            <a:ext cx="170688" cy="158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00C710B-6AA9-E3B3-6AAC-1BC34176982B}"/>
              </a:ext>
            </a:extLst>
          </p:cNvPr>
          <p:cNvSpPr/>
          <p:nvPr/>
        </p:nvSpPr>
        <p:spPr>
          <a:xfrm>
            <a:off x="10582656" y="3422904"/>
            <a:ext cx="170688" cy="158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1BDF3F3-42FD-CE15-684E-DE4774DF35E8}"/>
              </a:ext>
            </a:extLst>
          </p:cNvPr>
          <p:cNvSpPr/>
          <p:nvPr/>
        </p:nvSpPr>
        <p:spPr>
          <a:xfrm>
            <a:off x="10829544" y="3422904"/>
            <a:ext cx="170688" cy="158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DB495-39DA-A8D6-3D9A-6E89D1D866F3}"/>
              </a:ext>
            </a:extLst>
          </p:cNvPr>
          <p:cNvSpPr txBox="1"/>
          <p:nvPr/>
        </p:nvSpPr>
        <p:spPr>
          <a:xfrm>
            <a:off x="9761073" y="6058297"/>
            <a:ext cx="1479951" cy="36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예상 전투 맵</a:t>
            </a:r>
          </a:p>
        </p:txBody>
      </p:sp>
    </p:spTree>
    <p:extLst>
      <p:ext uri="{BB962C8B-B14F-4D97-AF65-F5344CB8AC3E}">
        <p14:creationId xmlns:p14="http://schemas.microsoft.com/office/powerpoint/2010/main" val="1842574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3F843C-A05A-286D-3185-A351515F7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일정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79D7D0B-B30B-E8E1-83AE-4F09E344B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710923"/>
              </p:ext>
            </p:extLst>
          </p:nvPr>
        </p:nvGraphicFramePr>
        <p:xfrm>
          <a:off x="1205992" y="1795641"/>
          <a:ext cx="8128000" cy="4428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536">
                  <a:extLst>
                    <a:ext uri="{9D8B030D-6E8A-4147-A177-3AD203B41FA5}">
                      <a16:colId xmlns:a16="http://schemas.microsoft.com/office/drawing/2014/main" val="461464107"/>
                    </a:ext>
                  </a:extLst>
                </a:gridCol>
                <a:gridCol w="7014464">
                  <a:extLst>
                    <a:ext uri="{9D8B030D-6E8A-4147-A177-3AD203B41FA5}">
                      <a16:colId xmlns:a16="http://schemas.microsoft.com/office/drawing/2014/main" val="1028551050"/>
                    </a:ext>
                  </a:extLst>
                </a:gridCol>
              </a:tblGrid>
              <a:tr h="5272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개발 일정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873977"/>
                  </a:ext>
                </a:extLst>
              </a:tr>
              <a:tr h="4177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리소스 탐색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112439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기본조작 시스템 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152182"/>
                  </a:ext>
                </a:extLst>
              </a:tr>
              <a:tr h="4021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 애니메이션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734606"/>
                  </a:ext>
                </a:extLst>
              </a:tr>
              <a:tr h="3522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피격 시스템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309736"/>
                  </a:ext>
                </a:extLst>
              </a:tr>
              <a:tr h="4476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맵 제작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133693"/>
                  </a:ext>
                </a:extLst>
              </a:tr>
              <a:tr h="4133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Ai, 2p</a:t>
                      </a:r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53573"/>
                  </a:ext>
                </a:extLst>
              </a:tr>
              <a:tr h="4476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Ui</a:t>
                      </a:r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656549"/>
                  </a:ext>
                </a:extLst>
              </a:tr>
              <a:tr h="4757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연출 강화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24457"/>
                  </a:ext>
                </a:extLst>
              </a:tr>
              <a:tr h="5272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버그수정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최적화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693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43289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181</TotalTime>
  <Words>123</Words>
  <Application>Microsoft Office PowerPoint</Application>
  <PresentationFormat>와이드스크린</PresentationFormat>
  <Paragraphs>39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추억</vt:lpstr>
      <vt:lpstr>2D 게임 프로그래밍 프로젝트 1차 발표</vt:lpstr>
      <vt:lpstr>게임 컨셉</vt:lpstr>
      <vt:lpstr>게임 진행 흐름</vt:lpstr>
      <vt:lpstr>게임 진행 흐름</vt:lpstr>
      <vt:lpstr>개발 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성요 이</dc:creator>
  <cp:lastModifiedBy>성요 이</cp:lastModifiedBy>
  <cp:revision>1</cp:revision>
  <dcterms:created xsi:type="dcterms:W3CDTF">2025-09-29T10:09:23Z</dcterms:created>
  <dcterms:modified xsi:type="dcterms:W3CDTF">2025-09-29T13:10:27Z</dcterms:modified>
</cp:coreProperties>
</file>